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9919-B7D5-0C68-086C-0C8AA69CD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E4A9D-E75A-B5EF-0F5E-427EB1B62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3FEC5-9EF1-ED68-36E9-980B2D6C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A8BF0-5407-A0AA-DC15-8A5F8726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95B3C-CEF0-CC88-216E-268FE00C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26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F2B6-E1AD-E5BD-783E-1CD2E150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2F7D6-DB12-254A-0325-FD5C7B32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C0291-B676-C262-BE75-F0EBDD83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7604C-003A-EB6C-AAE3-038DF17D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9C61C-2150-B6F6-7C2C-1F673613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3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A469-B158-7590-944F-4D69D4EE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6DD1-CAA3-64E6-74D6-B2903A5FE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6B25E-B982-562B-800B-33677CF6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75F4B-2E50-76D7-06ED-F818B63F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22258-59C6-6C98-DBC4-EBA814AB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9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D4CB-714B-A718-57AA-A766B624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8DD7A-E596-E585-27DB-7D432FC27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F392F-8AD4-09AA-B3E5-AC55A8F28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AB2D6-442C-314B-C959-750CDA07D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21FD6-32E3-4A63-8A2F-CE74335A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CAA26-4CD8-DE16-D6BA-86CB448C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8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AC7E-7655-4D69-C7C0-38A26BCE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8E947-F10F-24B9-2F77-4044CDA7F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75CD-D1A1-AE0D-41CD-2D32D2107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8A6093-222A-F625-DCD0-B931A3ABD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8D15A-DA49-2FA8-F14C-96CBCF3A3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505C0-5010-64EA-7349-1A51CD56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C6C05D-76E7-4DBC-1EBC-74D5418A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FCAFAE-B1FB-A6D9-31D2-248655F7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93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5572-DF6F-F0CE-51FA-83176933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AAA2B-43A4-E5D8-A5D1-447257E62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ADA28-8AD7-E66D-E89F-EB8E67CE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23D9C-7E25-A205-3737-AFDE93ED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991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AA8B2-3A77-6AA5-36B9-4A2827EB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F556B-1BEA-8654-9F3E-43EF5705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508F3-6A3E-6F0D-234C-A91573A8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46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60D27-6E5B-A6A5-5C3C-1FF752B0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53A2B-0FE6-0D72-0A68-C0A82B997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DDC0-28D1-9FCC-DFCA-5C3F71326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9CB35-2BCB-1508-2218-EED4530C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78265-BCA7-B9EA-58B6-E714C5D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B3E30-2822-38FC-25AC-1D86F71A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66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D218-96F1-6835-A466-1C3E9ADC4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FB93F-AC11-D3FF-AE47-02F19D317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F8BFF-0B25-3C67-ACE8-D335B706C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AB13A-4171-9B82-44BE-A9D79AB8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C868A-D126-BF12-165E-B8C86911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73E9B-9864-426F-87C9-13FAAEDB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15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7CB1-6442-3286-B28A-ABF03D81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9AA17-6CD9-8AA9-4770-95C79BF52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2C227-0631-6052-AC22-32B7BA90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C713A-2951-AF6D-FC07-D1FDB466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E11A0-93BF-7F37-25E8-5B30861F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22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830C7-4956-1C1F-F85B-A3D8BC385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08302-C326-7B3C-D438-797B28ECA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2C199-314E-9DAB-B41C-362D80A8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24602-A0AA-5406-2E12-70F78979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4B9DC-87D9-A60A-78C0-A8185B20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04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2B39B-38B9-6BB9-AEDC-096BA02B7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A07D8-6AB1-29FF-FD2C-E3B0BA283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8CEC1-8862-0F04-E983-BBE3F6E2C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C737A-2EE3-4FB0-82F7-EE16F22A1B72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A4C17-C0A0-16A3-07A0-A762125D7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C50F2-2AC8-1B9D-91CC-E31288C13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15A45-3ECE-483B-8393-1C670FF47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46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DC3F-DAF3-F691-DEEE-D2D93A3339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External-Storage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2071-A735-1B52-E939-C5EDBD67D9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Databricks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4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AAF27-6EE4-319B-702B-1E6221E98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742" y="1492038"/>
            <a:ext cx="11026515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427F3E-828B-25D3-C0B6-72D9EC35D656}"/>
              </a:ext>
            </a:extLst>
          </p:cNvPr>
          <p:cNvSpPr txBox="1"/>
          <p:nvPr/>
        </p:nvSpPr>
        <p:spPr>
          <a:xfrm>
            <a:off x="609601" y="635000"/>
            <a:ext cx="10752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 recently  ran into an issue while trying to mount </a:t>
            </a:r>
            <a:r>
              <a:rPr lang="en-US" dirty="0" err="1"/>
              <a:t>adls</a:t>
            </a:r>
            <a:r>
              <a:rPr lang="en-US" dirty="0"/>
              <a:t> gen2 in a </a:t>
            </a:r>
            <a:r>
              <a:rPr lang="en-US" dirty="0" err="1"/>
              <a:t>databricks</a:t>
            </a:r>
            <a:r>
              <a:rPr lang="en-US" dirty="0"/>
              <a:t> Hybrid Workspace using a service principal . Despite everything being configured correctly, Databricks kept throwing error 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89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34FE-99D5-DC5C-1795-D338174B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1"/>
            <a:ext cx="10515600" cy="357292"/>
          </a:xfrm>
        </p:spPr>
        <p:txBody>
          <a:bodyPr>
            <a:normAutofit/>
          </a:bodyPr>
          <a:lstStyle/>
          <a:p>
            <a:r>
              <a:rPr lang="en-US" sz="1200" dirty="0"/>
              <a:t>Continue…</a:t>
            </a:r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AFAF-5988-64B3-057E-98F1CA75E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7" y="711200"/>
            <a:ext cx="11040533" cy="5740400"/>
          </a:xfrm>
        </p:spPr>
        <p:txBody>
          <a:bodyPr>
            <a:normAutofit/>
          </a:bodyPr>
          <a:lstStyle/>
          <a:p>
            <a:r>
              <a:rPr lang="en-US" dirty="0"/>
              <a:t>Hybrid Workspace type(new serverless-first model). DBFS mounts are completely disabled by design. These are mount-less by design.</a:t>
            </a:r>
          </a:p>
          <a:p>
            <a:r>
              <a:rPr lang="en-US" dirty="0"/>
              <a:t>Databricks </a:t>
            </a:r>
            <a:r>
              <a:rPr lang="en-US" b="1" dirty="0"/>
              <a:t>strongly recommends migrating away from DBFS mount points</a:t>
            </a:r>
            <a:r>
              <a:rPr lang="en-US" dirty="0"/>
              <a:t> and instead using Unity Catalog external locations for modern data governance and access control. New Databricks accounts may not even have access to the legacy mount point features. </a:t>
            </a:r>
          </a:p>
          <a:p>
            <a:r>
              <a:rPr lang="en-US" dirty="0"/>
              <a:t>An external location is a Secure point to cloud storage (ADLS/S3/GCS). Backed by the Storage Credential. External Location used by UC to govern access to data. Like Databricks Permissioned Gateway to cloud Storage.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69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907E-08E3-E45C-926D-4550B79E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7" y="238126"/>
            <a:ext cx="10515600" cy="50694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external location using UI: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E34CB-73BB-3DB6-D412-094F409E2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880532"/>
            <a:ext cx="11641667" cy="5739342"/>
          </a:xfrm>
        </p:spPr>
        <p:txBody>
          <a:bodyPr/>
          <a:lstStyle/>
          <a:p>
            <a:r>
              <a:rPr lang="en-US" dirty="0"/>
              <a:t>Click on External Data button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Inside of External Data, hit create external Location  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46CB3-3A76-A3A4-FE09-C2BEA412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86" y="1466191"/>
            <a:ext cx="10515601" cy="3034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E46B44-32DE-5B65-9E09-12DF109A3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7" y="4968240"/>
            <a:ext cx="10515601" cy="165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5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1571-EE4C-F730-7C7D-B3200374F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766"/>
            <a:ext cx="10515600" cy="315912"/>
          </a:xfrm>
        </p:spPr>
        <p:txBody>
          <a:bodyPr>
            <a:normAutofit/>
          </a:bodyPr>
          <a:lstStyle/>
          <a:p>
            <a:r>
              <a:rPr lang="en-US" sz="1200" dirty="0"/>
              <a:t>Continue…..</a:t>
            </a:r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CCEC-9D17-303B-084B-AE62E6789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" y="579120"/>
            <a:ext cx="11775440" cy="5963920"/>
          </a:xfrm>
        </p:spPr>
        <p:txBody>
          <a:bodyPr/>
          <a:lstStyle/>
          <a:p>
            <a:r>
              <a:rPr lang="en-US" dirty="0"/>
              <a:t>Pass the storage account name, container name and provide the name for the external storage like external-</a:t>
            </a:r>
            <a:r>
              <a:rPr lang="en-US" dirty="0" err="1"/>
              <a:t>dbfs</a:t>
            </a:r>
            <a:r>
              <a:rPr lang="en-US" dirty="0"/>
              <a:t> etc. and click create button.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4EFCC-A328-1DD6-A91B-4A690C01F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80125"/>
            <a:ext cx="6332557" cy="482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C0331F-912D-EC3C-39BA-2D644D257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488" y="2357119"/>
            <a:ext cx="5275992" cy="192030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32D2F1-8FBA-5BB7-6CDB-66C67D169FAE}"/>
              </a:ext>
            </a:extLst>
          </p:cNvPr>
          <p:cNvSpPr/>
          <p:nvPr/>
        </p:nvSpPr>
        <p:spPr>
          <a:xfrm>
            <a:off x="8097520" y="4277424"/>
            <a:ext cx="2346960" cy="579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Test Connection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673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5804-C0C1-8682-A6DD-FFB3A752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/>
          </a:bodyPr>
          <a:lstStyle/>
          <a:p>
            <a:r>
              <a:rPr lang="en-US" sz="1200" dirty="0"/>
              <a:t>Continue…..</a:t>
            </a:r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2E69-0E44-91C0-49EE-BD53BB4D8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3" y="812800"/>
            <a:ext cx="11667067" cy="5774267"/>
          </a:xfrm>
        </p:spPr>
        <p:txBody>
          <a:bodyPr>
            <a:normAutofit/>
          </a:bodyPr>
          <a:lstStyle/>
          <a:p>
            <a:r>
              <a:rPr lang="en-US" sz="2000" dirty="0"/>
              <a:t>Let’s say Store the </a:t>
            </a:r>
            <a:r>
              <a:rPr lang="en-US" sz="2000" dirty="0" err="1"/>
              <a:t>url</a:t>
            </a:r>
            <a:r>
              <a:rPr lang="en-US" sz="2000" dirty="0"/>
              <a:t> of External storage in Key Vault and access it by using Secret Scope , now read the csv file for instance using External Storage location . </a:t>
            </a:r>
          </a:p>
          <a:p>
            <a:r>
              <a:rPr lang="en-US" sz="2000" dirty="0"/>
              <a:t>I have uploaded couple of files into the Storage account in adlsgen2 </a:t>
            </a:r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F0501-0776-1C56-06BC-F443665E2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3" y="2030651"/>
            <a:ext cx="5514698" cy="182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C92E52-C4B7-57BA-3891-C2E58FD53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60" y="2030651"/>
            <a:ext cx="5212080" cy="26264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1522E3-2902-B168-38CD-DBA1B8BE3276}"/>
              </a:ext>
            </a:extLst>
          </p:cNvPr>
          <p:cNvSpPr/>
          <p:nvPr/>
        </p:nvSpPr>
        <p:spPr>
          <a:xfrm>
            <a:off x="690880" y="5181600"/>
            <a:ext cx="6441440" cy="1405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we are working with Databricks Hybrid/Serverless Workspace: Stop thinking in /</a:t>
            </a:r>
            <a:r>
              <a:rPr lang="en-US" dirty="0" err="1"/>
              <a:t>mnt</a:t>
            </a:r>
            <a:r>
              <a:rPr lang="en-US" dirty="0"/>
              <a:t>. Start thinking in schemas, Tables and External Location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62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261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External-Storage</vt:lpstr>
      <vt:lpstr>PowerPoint Presentation</vt:lpstr>
      <vt:lpstr>Continue…</vt:lpstr>
      <vt:lpstr>Create external location using UI:</vt:lpstr>
      <vt:lpstr>Continue…..</vt:lpstr>
      <vt:lpstr>Continue…..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Valluru, Lokeswar</dc:creator>
  <cp:lastModifiedBy>Valluru, Lokeswar</cp:lastModifiedBy>
  <cp:revision>5</cp:revision>
  <dcterms:created xsi:type="dcterms:W3CDTF">2026-01-05T08:14:16Z</dcterms:created>
  <dcterms:modified xsi:type="dcterms:W3CDTF">2026-01-05T09:22:26Z</dcterms:modified>
</cp:coreProperties>
</file>