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5F196-E2AB-93BA-2DA0-CB0D90D856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47CBAE-75CD-CAD9-59D0-57E49FEEAA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6A9854-8E0F-9A90-9B64-0C6122EFD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D800-D0E7-4A28-835E-C871E26E23E9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8E03AB-FD15-A03E-932A-2A95ED04A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6BCC89-16CE-CFD4-36C1-27A0D3403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3D840-04AF-4C0F-8105-654A9B0B1B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08067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FD650-7723-4353-2EE1-5EFF129F4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478532-161B-5E8F-4923-D49C9D8E21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F8ADB7-A221-2BFB-0325-C42AB35FB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D800-D0E7-4A28-835E-C871E26E23E9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3699B3-F3AA-FE96-AED5-814C3FA52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653F7D-E6EC-4EEC-9F34-56C2DBEFA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3D840-04AF-4C0F-8105-654A9B0B1B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8048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C983F-8087-E40B-1E26-165CBAAF9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5EE771-2139-9F88-BE42-3DBAE73E1A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3EB776-6956-652E-6A9A-2796B1D45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D800-D0E7-4A28-835E-C871E26E23E9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92B75E-20A8-A48A-8901-89B374A5E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35947-030A-4B4C-3E2D-1865895A4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3D840-04AF-4C0F-8105-654A9B0B1B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6915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D51DB-2D19-945C-D886-F2FB9B2E3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1A35D9-8273-22C2-8BE8-6498F52FF0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BDFFBE-2837-593B-9805-6F68881B6E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C720D5-37B2-0624-4A7E-5D3B76BDC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D800-D0E7-4A28-835E-C871E26E23E9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333E62-ADD2-5B70-B26E-DEC244BB4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D327EC-261D-96F1-7C36-E4116D1F8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3D840-04AF-4C0F-8105-654A9B0B1B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13726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A7B3F-D693-FCFA-7F98-BE7A251CB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12E634-84AE-2338-D3EA-1E6F6B1807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EB0CEC-BDD1-567D-C71E-B1EC26892D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4756E3-05EF-27C1-9A94-685AC5D50E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C1C15E-308C-3277-3188-DF02F83B85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3D77FF5-915C-1518-A7A0-BCB9D68B3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D800-D0E7-4A28-835E-C871E26E23E9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CF6E6C-3417-1E89-7A47-446473C02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45DB0B-9CCC-BBEB-384F-8082415F6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3D840-04AF-4C0F-8105-654A9B0B1B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0248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2B74E-CCCC-BB29-E30F-EB3C5FE55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5EBEDF-A878-1DC6-A489-DB3C567CB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D800-D0E7-4A28-835E-C871E26E23E9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C1E053-9383-0F53-1972-FD576C616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C13C42-86A6-4B5F-C8C4-BB17401B0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3D840-04AF-4C0F-8105-654A9B0B1B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2275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B02DD4-FB05-B7A5-8653-A2481BD43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D800-D0E7-4A28-835E-C871E26E23E9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1C6B05-7AE4-CBE4-B52B-3EFDA57A7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C635BC-E69F-DBD9-D463-056E130CB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3D840-04AF-4C0F-8105-654A9B0B1B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93954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F9D3B-E763-EF18-ECC6-FB2479EFD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342875-CD74-DE46-8EBE-7092485336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D88F38-4242-D156-2F4F-13FDE7A917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03A829-455D-A67E-2D51-9F2159EC1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D800-D0E7-4A28-835E-C871E26E23E9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FB9760-E02D-47D8-5ADC-796AA9F5E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EA4E68-219C-8CDA-EFB9-FD915389D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3D840-04AF-4C0F-8105-654A9B0B1B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65641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FD59C-D0FF-1E34-44DD-BE11AF744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657F74-DA96-B0AC-6731-AF1B97FB4C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A21176-A6A5-2A08-68A3-A1FE17B79C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2ACD01-7D05-176C-0DEF-76392035B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D800-D0E7-4A28-835E-C871E26E23E9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5CB872-549C-3153-DE4F-6117DEA31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F3277F-8130-4FCB-4952-0CBD3A2C8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3D840-04AF-4C0F-8105-654A9B0B1B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56352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D3C0A-A0F9-9378-48D9-9F6D14A99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0F470C-D5BA-F588-6929-CF6C9E7B5A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BCE1C2-EAC3-C57A-8018-B0D4EF805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D800-D0E7-4A28-835E-C871E26E23E9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2F26AB-3669-92D6-6C13-8EED75BC1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A63D02-B9B2-64D9-0AE5-20390D96F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3D840-04AF-4C0F-8105-654A9B0B1B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2605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5209AF-CE10-E72B-CC49-F41365885B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9419DC-AF6B-8E92-DF9A-0B5D12920C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AA4FE1-045D-623C-24A6-28173EDCC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D800-D0E7-4A28-835E-C871E26E23E9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740A64-2F45-BF0F-9CAD-4A69C9043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0B4830-13A7-0B2E-41BB-01F055FB9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3D840-04AF-4C0F-8105-654A9B0B1B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63113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008863-C296-868E-08B1-1B37AEDB5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E07DB8-17DD-803D-8AE8-9A19D8FAC1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D8E23B-AAAF-BF69-74F6-15D456BDFE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69D800-D0E7-4A28-835E-C871E26E23E9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AB024A-A49E-DC9A-29A8-48E9591C3C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047996-643D-0194-119F-0FF7397D3F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33D840-04AF-4C0F-8105-654A9B0B1B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6943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81897-A40A-515B-754B-B35775DE17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ForEach</a:t>
            </a:r>
            <a:r>
              <a:rPr lang="en-US" dirty="0"/>
              <a:t> Workflow Task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6FD3B1-CA0C-529F-E5C7-4117D80CEFB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Databricks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34703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702AD-B636-B947-4E5F-3552B5922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2725"/>
            <a:ext cx="10515600" cy="640715"/>
          </a:xfrm>
        </p:spPr>
        <p:txBody>
          <a:bodyPr>
            <a:normAutofit fontScale="90000"/>
          </a:bodyPr>
          <a:lstStyle/>
          <a:p>
            <a:r>
              <a:rPr lang="en-US" dirty="0"/>
              <a:t>Workflow: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4C30ED-AF38-EA79-198B-07A8DA17A3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4960" y="924560"/>
            <a:ext cx="11623040" cy="5537200"/>
          </a:xfrm>
        </p:spPr>
        <p:txBody>
          <a:bodyPr/>
          <a:lstStyle/>
          <a:p>
            <a:r>
              <a:rPr lang="en-US" dirty="0"/>
              <a:t>Workflow is a fully managed orchestration services integrated with Databricks platform. Workflow job is combination of Tasks, Cluster, Schedule.</a:t>
            </a:r>
          </a:p>
          <a:p>
            <a:r>
              <a:rPr lang="en-US" dirty="0"/>
              <a:t>Tasks like running notebook, </a:t>
            </a:r>
            <a:r>
              <a:rPr lang="en-US" dirty="0" err="1"/>
              <a:t>sql</a:t>
            </a:r>
            <a:r>
              <a:rPr lang="en-US" dirty="0"/>
              <a:t> file or DLT pipeline by maintaining dependencies etc., simply like what to run or execute in which manner </a:t>
            </a:r>
          </a:p>
          <a:p>
            <a:r>
              <a:rPr lang="en-US" dirty="0"/>
              <a:t>Cluster : defines how do you execute it like either using Job cluster or interactive or serverless </a:t>
            </a:r>
          </a:p>
          <a:p>
            <a:r>
              <a:rPr lang="en-US" dirty="0"/>
              <a:t>Schedule : When to schedule </a:t>
            </a:r>
          </a:p>
          <a:p>
            <a:endParaRPr lang="en-US" dirty="0"/>
          </a:p>
          <a:p>
            <a:r>
              <a:rPr lang="en-US" dirty="0"/>
              <a:t>In this PPT we will learn how to pass the values from one task to another task , how to make job or workflow dynamically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136839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B766C-B4C1-FBD1-83D8-0FEEF1041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2882"/>
            <a:ext cx="10515600" cy="478155"/>
          </a:xfrm>
        </p:spPr>
        <p:txBody>
          <a:bodyPr>
            <a:normAutofit/>
          </a:bodyPr>
          <a:lstStyle/>
          <a:p>
            <a:r>
              <a:rPr lang="en-US" sz="2400" dirty="0"/>
              <a:t>For each Task Sample Demonstration: </a:t>
            </a:r>
            <a:endParaRPr lang="en-IN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D1923-93CE-3C91-BE4F-BFBB62396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600" y="782320"/>
            <a:ext cx="11460480" cy="5801360"/>
          </a:xfrm>
        </p:spPr>
        <p:txBody>
          <a:bodyPr>
            <a:normAutofit/>
          </a:bodyPr>
          <a:lstStyle/>
          <a:p>
            <a:r>
              <a:rPr lang="en-US" sz="2400" dirty="0"/>
              <a:t>Let’s create a For each task in </a:t>
            </a:r>
            <a:r>
              <a:rPr lang="en-US" sz="2400" dirty="0" err="1"/>
              <a:t>databricks</a:t>
            </a:r>
            <a:r>
              <a:rPr lang="en-US" sz="2400" dirty="0"/>
              <a:t> workflow . For each task required input as always List. </a:t>
            </a:r>
          </a:p>
          <a:p>
            <a:r>
              <a:rPr lang="en-US" sz="2400" dirty="0"/>
              <a:t>Say we have a simple notebook and we need to iterate that notebook for N of times. + Symbol is used to add another task inside of it for each.</a:t>
            </a:r>
          </a:p>
          <a:p>
            <a:r>
              <a:rPr lang="en-US" sz="2400" dirty="0"/>
              <a:t>Sampel code in the notebook looks like in 2 </a:t>
            </a:r>
            <a:r>
              <a:rPr lang="en-US" sz="2400" dirty="0" err="1"/>
              <a:t>img</a:t>
            </a:r>
            <a:r>
              <a:rPr lang="en-US" sz="2400" dirty="0"/>
              <a:t>, Using </a:t>
            </a:r>
            <a:r>
              <a:rPr lang="en-US" sz="2400" dirty="0">
                <a:solidFill>
                  <a:srgbClr val="FF0000"/>
                </a:solidFill>
              </a:rPr>
              <a:t>widgets</a:t>
            </a:r>
            <a:r>
              <a:rPr lang="en-US" sz="2400" dirty="0"/>
              <a:t> and passing the values for the widgets from the job</a:t>
            </a:r>
          </a:p>
          <a:p>
            <a:endParaRPr lang="en-US" sz="2400" dirty="0"/>
          </a:p>
          <a:p>
            <a:endParaRPr lang="en-IN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2A2E5D-14D9-CED0-FC54-0C6DEAB367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" y="3429000"/>
            <a:ext cx="3520745" cy="18060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DEB7E27-4029-B5F2-4484-2CCE9FB67C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8000" y="3065792"/>
            <a:ext cx="5892800" cy="3182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2345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6557D-8A4F-4294-78E3-0107D7BA2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2886"/>
            <a:ext cx="10515600" cy="315912"/>
          </a:xfrm>
        </p:spPr>
        <p:txBody>
          <a:bodyPr>
            <a:normAutofit/>
          </a:bodyPr>
          <a:lstStyle/>
          <a:p>
            <a:r>
              <a:rPr lang="en-US" sz="1200" dirty="0"/>
              <a:t>Continue….</a:t>
            </a:r>
            <a:endParaRPr lang="en-IN" sz="1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696131-71D9-219C-2DCD-A16CA45075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520" y="538798"/>
            <a:ext cx="11755120" cy="6096316"/>
          </a:xfrm>
        </p:spPr>
        <p:txBody>
          <a:bodyPr/>
          <a:lstStyle/>
          <a:p>
            <a:r>
              <a:rPr lang="en-US" sz="2400" dirty="0"/>
              <a:t>Lets create a job parameters and pass it in the input tab for the for-each task 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64E9DF-8F3E-0EDB-1C22-7458BAB880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60" y="1128847"/>
            <a:ext cx="9923038" cy="34228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DD9CA7C-6F5A-8BC3-B733-C9968C5AB8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520" y="4703227"/>
            <a:ext cx="5566768" cy="1780339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B77B47AE-04F3-5751-E195-4B6B19A86720}"/>
              </a:ext>
            </a:extLst>
          </p:cNvPr>
          <p:cNvSpPr/>
          <p:nvPr/>
        </p:nvSpPr>
        <p:spPr>
          <a:xfrm>
            <a:off x="6004560" y="5593396"/>
            <a:ext cx="1849120" cy="890170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Pass to input by clicking {}</a:t>
            </a:r>
            <a:r>
              <a:rPr lang="en-US" dirty="0"/>
              <a:t> </a:t>
            </a:r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F7BD254-D91F-8B59-B8CA-D4D737403B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4160" y="5793354"/>
            <a:ext cx="4064000" cy="245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57459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CF774-92E0-B5B6-1183-0160D7183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8859"/>
            <a:ext cx="10515600" cy="315912"/>
          </a:xfrm>
        </p:spPr>
        <p:txBody>
          <a:bodyPr>
            <a:normAutofit/>
          </a:bodyPr>
          <a:lstStyle/>
          <a:p>
            <a:r>
              <a:rPr lang="en-US" sz="1400" dirty="0"/>
              <a:t>Continue…</a:t>
            </a:r>
            <a:endParaRPr lang="en-IN" sz="1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7396E-C0B9-AAE6-7240-1115404371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733" y="601132"/>
            <a:ext cx="11650134" cy="5825067"/>
          </a:xfrm>
        </p:spPr>
        <p:txBody>
          <a:bodyPr>
            <a:normAutofit/>
          </a:bodyPr>
          <a:lstStyle/>
          <a:p>
            <a:r>
              <a:rPr lang="en-US" sz="2000" dirty="0"/>
              <a:t>Now lets add Notebook task inside of it and parameters. Note the Key of parameter should be same a </a:t>
            </a:r>
            <a:r>
              <a:rPr lang="en-US" sz="2000" dirty="0">
                <a:solidFill>
                  <a:srgbClr val="FF0000"/>
                </a:solidFill>
              </a:rPr>
              <a:t>Widget name </a:t>
            </a:r>
            <a:r>
              <a:rPr lang="en-US" sz="2000" dirty="0"/>
              <a:t>provided in the notebook. </a:t>
            </a:r>
          </a:p>
          <a:p>
            <a:endParaRPr lang="en-IN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9A93896-C41E-6206-CD94-71D4FFD0ED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133" y="1401469"/>
            <a:ext cx="6180667" cy="2814931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6F73A094-4A61-0D4B-3B3C-0F3B9CB8CD88}"/>
              </a:ext>
            </a:extLst>
          </p:cNvPr>
          <p:cNvSpPr/>
          <p:nvPr/>
        </p:nvSpPr>
        <p:spPr>
          <a:xfrm>
            <a:off x="6680200" y="2381367"/>
            <a:ext cx="1837267" cy="85513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Add </a:t>
            </a:r>
            <a:r>
              <a:rPr lang="en-US" dirty="0" err="1"/>
              <a:t>refernence</a:t>
            </a:r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46EE3AF-A617-F0E2-DD33-835DD41ED4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0644" y="3513665"/>
            <a:ext cx="4296489" cy="209987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2EB2DA1-B89C-834E-D94C-17BB8566D4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4690533"/>
            <a:ext cx="6265333" cy="1518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1133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F3F0B-697C-3ABB-89EA-5CA5D8F26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396875"/>
          </a:xfrm>
        </p:spPr>
        <p:txBody>
          <a:bodyPr>
            <a:normAutofit/>
          </a:bodyPr>
          <a:lstStyle/>
          <a:p>
            <a:r>
              <a:rPr lang="en-US" sz="1400" dirty="0"/>
              <a:t>Continue…</a:t>
            </a:r>
            <a:endParaRPr lang="en-IN" sz="1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E2641E-8BF1-7D30-C454-40EE5D110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867" y="762000"/>
            <a:ext cx="11760200" cy="5730875"/>
          </a:xfrm>
        </p:spPr>
        <p:txBody>
          <a:bodyPr>
            <a:normAutofit/>
          </a:bodyPr>
          <a:lstStyle/>
          <a:p>
            <a:r>
              <a:rPr lang="en-US" sz="2000" dirty="0"/>
              <a:t>Final picture . Here by default concurrency is 1. Change to 2 for example. So that two task will run at a time (notebook task consider two input values at a time)</a:t>
            </a:r>
          </a:p>
          <a:p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BD42E7-009C-7863-2BB9-0152AF2420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933" y="1687195"/>
            <a:ext cx="6427987" cy="362735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67325F2-9BB9-7271-B3A3-49825B08C5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4012" y="3500870"/>
            <a:ext cx="6157055" cy="2745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1386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274</Words>
  <Application>Microsoft Office PowerPoint</Application>
  <PresentationFormat>Widescreen</PresentationFormat>
  <Paragraphs>21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ForEach Workflow Task</vt:lpstr>
      <vt:lpstr>Workflow:</vt:lpstr>
      <vt:lpstr>For each Task Sample Demonstration: </vt:lpstr>
      <vt:lpstr>Continue….</vt:lpstr>
      <vt:lpstr>Continue…</vt:lpstr>
      <vt:lpstr>Continue…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Valluru, Lokeswar</dc:creator>
  <cp:lastModifiedBy>Valluru, Lokeswar</cp:lastModifiedBy>
  <cp:revision>7</cp:revision>
  <dcterms:created xsi:type="dcterms:W3CDTF">2026-01-09T12:27:37Z</dcterms:created>
  <dcterms:modified xsi:type="dcterms:W3CDTF">2026-01-09T13:00:04Z</dcterms:modified>
</cp:coreProperties>
</file>